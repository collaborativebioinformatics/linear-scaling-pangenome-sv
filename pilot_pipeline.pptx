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116" d="100"/>
          <a:sy n="116" d="100"/>
        </p:scale>
        <p:origin x="60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448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6">
            <a:extLst>
              <a:ext uri="{FF2B5EF4-FFF2-40B4-BE49-F238E27FC236}">
                <a16:creationId xmlns:a16="http://schemas.microsoft.com/office/drawing/2014/main" id="{41EF6AB9-9087-9CD4-F963-CE80B0496E2A}"/>
              </a:ext>
            </a:extLst>
          </p:cNvPr>
          <p:cNvSpPr/>
          <p:nvPr/>
        </p:nvSpPr>
        <p:spPr>
          <a:xfrm>
            <a:off x="5744930" y="2078604"/>
            <a:ext cx="2359918" cy="647074"/>
          </a:xfrm>
          <a:prstGeom prst="roundRect">
            <a:avLst>
              <a:gd name="adj" fmla="val 14118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2" name="Shape 0"/>
          <p:cNvSpPr/>
          <p:nvPr/>
        </p:nvSpPr>
        <p:spPr>
          <a:xfrm>
            <a:off x="3080507" y="365760"/>
            <a:ext cx="5024341" cy="570948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3080507" y="365760"/>
            <a:ext cx="5024341" cy="57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HPRC toy region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haplotypes, one region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080507" y="1165087"/>
            <a:ext cx="5024341" cy="570948"/>
          </a:xfrm>
          <a:prstGeom prst="roundRect">
            <a:avLst>
              <a:gd name="adj" fmla="val 16000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3080507" y="1165087"/>
            <a:ext cx="5024341" cy="57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cloud workstation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DNAnexus, mem3_ssd1_v2_x16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65349" y="2074060"/>
            <a:ext cx="2359918" cy="647074"/>
          </a:xfrm>
          <a:prstGeom prst="roundRect">
            <a:avLst>
              <a:gd name="adj" fmla="val 14118"/>
            </a:avLst>
          </a:prstGeom>
          <a:solidFill>
            <a:srgbClr val="FAECE7"/>
          </a:solidFill>
          <a:ln w="1587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080507" y="2087489"/>
            <a:ext cx="2359918" cy="64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Assembly-based calling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dipcall / SVIM-asm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44930" y="3172289"/>
            <a:ext cx="2359918" cy="647074"/>
          </a:xfrm>
          <a:prstGeom prst="roundRect">
            <a:avLst>
              <a:gd name="adj" fmla="val 14118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744930" y="3172289"/>
            <a:ext cx="2359918" cy="64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80507" y="4161932"/>
            <a:ext cx="5024341" cy="570948"/>
          </a:xfrm>
          <a:prstGeom prst="roundRect">
            <a:avLst>
              <a:gd name="adj" fmla="val 16000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80507" y="4161932"/>
            <a:ext cx="5024341" cy="57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agreement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Truvari comparison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80507" y="4961259"/>
            <a:ext cx="5024341" cy="570948"/>
          </a:xfrm>
          <a:prstGeom prst="roundRect">
            <a:avLst>
              <a:gd name="adj" fmla="val 16000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080507" y="4961259"/>
            <a:ext cx="5024341" cy="57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GFA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download to laptop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80507" y="5760586"/>
            <a:ext cx="5024341" cy="570948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080507" y="5760586"/>
            <a:ext cx="5024341" cy="57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bubbles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GFA Bubble Explorer webapp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92678" y="936708"/>
            <a:ext cx="0" cy="228379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5592678" y="1736035"/>
            <a:ext cx="0" cy="152253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4260466" y="1888288"/>
            <a:ext cx="2664423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260466" y="1888288"/>
            <a:ext cx="0" cy="190316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6924889" y="1888288"/>
            <a:ext cx="0" cy="190316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4260466" y="2725678"/>
            <a:ext cx="0" cy="1245939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6924889" y="3819364"/>
            <a:ext cx="0" cy="152253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4260466" y="3971616"/>
            <a:ext cx="2664423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5592677" y="3971616"/>
            <a:ext cx="0" cy="190316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5592677" y="4732880"/>
            <a:ext cx="0" cy="228379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5592677" y="5532207"/>
            <a:ext cx="0" cy="228379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 sz="14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2C1751-754F-8BED-DB2B-9D280522D27E}"/>
              </a:ext>
            </a:extLst>
          </p:cNvPr>
          <p:cNvSpPr/>
          <p:nvPr/>
        </p:nvSpPr>
        <p:spPr>
          <a:xfrm>
            <a:off x="6924888" y="2721134"/>
            <a:ext cx="1" cy="451155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EDFA24-DC50-DB8B-301A-8FF83334BE34}"/>
              </a:ext>
            </a:extLst>
          </p:cNvPr>
          <p:cNvSpPr txBox="1"/>
          <p:nvPr/>
        </p:nvSpPr>
        <p:spPr>
          <a:xfrm>
            <a:off x="5744930" y="3252899"/>
            <a:ext cx="235991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pangenome graph from haplotypes</a:t>
            </a:r>
          </a:p>
          <a:p>
            <a:pPr algn="ctr"/>
            <a:endParaRPr lang="en-US" sz="1100" b="1" dirty="0">
              <a:solidFill>
                <a:srgbClr val="042C5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C6BDFC-5B69-B6A4-8122-986DFA76A355}"/>
              </a:ext>
            </a:extLst>
          </p:cNvPr>
          <p:cNvSpPr txBox="1"/>
          <p:nvPr/>
        </p:nvSpPr>
        <p:spPr>
          <a:xfrm>
            <a:off x="5744930" y="2152019"/>
            <a:ext cx="235991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Assembly - Linear Comparisons against reference genome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28ECBA-399D-1765-1134-0BA0F8D2C562}"/>
              </a:ext>
            </a:extLst>
          </p:cNvPr>
          <p:cNvSpPr/>
          <p:nvPr/>
        </p:nvSpPr>
        <p:spPr>
          <a:xfrm>
            <a:off x="5610110" y="1888288"/>
            <a:ext cx="2987790" cy="2083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55115250-37DF-F926-A299-5E03C6D33F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2743" y="1183802"/>
            <a:ext cx="3097307" cy="140897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0750B63-F1A2-F1CA-A9E0-B599E98B7486}"/>
              </a:ext>
            </a:extLst>
          </p:cNvPr>
          <p:cNvSpPr txBox="1"/>
          <p:nvPr/>
        </p:nvSpPr>
        <p:spPr>
          <a:xfrm>
            <a:off x="8920480" y="723199"/>
            <a:ext cx="305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Linear vs Pairwise comparison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AC283CD-2BD7-3A51-C833-9F736B9C9BEF}"/>
              </a:ext>
            </a:extLst>
          </p:cNvPr>
          <p:cNvCxnSpPr>
            <a:cxnSpLocks/>
          </p:cNvCxnSpPr>
          <p:nvPr/>
        </p:nvCxnSpPr>
        <p:spPr>
          <a:xfrm flipV="1">
            <a:off x="8597900" y="2684044"/>
            <a:ext cx="821724" cy="92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55D594D-9751-0751-FA7E-AF1FE571E402}"/>
              </a:ext>
            </a:extLst>
          </p:cNvPr>
          <p:cNvCxnSpPr>
            <a:cxnSpLocks/>
          </p:cNvCxnSpPr>
          <p:nvPr/>
        </p:nvCxnSpPr>
        <p:spPr>
          <a:xfrm flipV="1">
            <a:off x="8307065" y="1367456"/>
            <a:ext cx="613415" cy="520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96C67CA-E3F0-EACB-4EE0-4636A3ECFA5A}"/>
              </a:ext>
            </a:extLst>
          </p:cNvPr>
          <p:cNvSpPr/>
          <p:nvPr/>
        </p:nvSpPr>
        <p:spPr>
          <a:xfrm>
            <a:off x="8937911" y="600717"/>
            <a:ext cx="2987790" cy="20833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8" grpId="0"/>
      <p:bldP spid="4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09157A-B75F-FD17-DFB5-3F1A4016E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41" y="267113"/>
            <a:ext cx="11604917" cy="632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384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60</Words>
  <Application>Microsoft Macintosh PowerPoint</Application>
  <PresentationFormat>Widescreen</PresentationFormat>
  <Paragraphs>16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Lehr, Alexander</cp:lastModifiedBy>
  <cp:revision>2</cp:revision>
  <dcterms:created xsi:type="dcterms:W3CDTF">2026-08-25T20:52:06Z</dcterms:created>
  <dcterms:modified xsi:type="dcterms:W3CDTF">2026-08-25T21:03:25Z</dcterms:modified>
</cp:coreProperties>
</file>